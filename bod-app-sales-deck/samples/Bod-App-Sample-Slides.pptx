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light. Bod Annan greets the room; the phone shows the real home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follow-up nudge. It appears once a task has waited on a client for two days.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six steps left to right. Ask which step hurts most in their studio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D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Claude-Works/c609e3f7-e17f-5f43-8424-4df30cb9a6a9/scratchpad/build/s/img/g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-1097280"/>
            <a:ext cx="7680960" cy="768096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512064" cy="512064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207008" y="65836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AA7A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 BOD STUDIO PRODUCT</a:t>
            </a:r>
            <a:endParaRPr lang="en-US" sz="9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1691640"/>
            <a:ext cx="6400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2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Bod App</a:t>
            </a:r>
            <a:endParaRPr lang="en-US" sz="92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310896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i="1" dirty="0">
                <a:solidFill>
                  <a:srgbClr val="B8E6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The task app for creative agencies.</a:t>
            </a:r>
            <a:endParaRPr lang="en-US" sz="28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374904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It handles the admin, so your team can do the work.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6400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B77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mybodstudio.com</a:t>
            </a:r>
            <a:endParaRPr lang="en-US" sz="900" dirty="0"/>
          </a:p>
        </p:txBody>
      </p:sp>
      <p:pic>
        <p:nvPicPr>
          <p:cNvPr id="9" name="Image 2" descr="/tmp/claude-0/-home-user-Claude-Works/c609e3f7-e17f-5f43-8424-4df30cb9a6a9/scratchpad/build/s/img/home_d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300000">
            <a:off x="8549640" y="457200"/>
            <a:ext cx="2830937" cy="5943600"/>
          </a:xfrm>
          <a:prstGeom prst="rect">
            <a:avLst/>
          </a:prstGeom>
        </p:spPr>
      </p:pic>
      <p:pic>
        <p:nvPicPr>
          <p:cNvPr id="10" name="Image 3" descr="/tmp/claude-0/-home-user-Claude-Works/c609e3f7-e17f-5f43-8424-4df30cb9a6a9/scratchpad/build/s/img/annan_wavi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3611880"/>
            <a:ext cx="2905305" cy="2926080"/>
          </a:xfrm>
          <a:prstGeom prst="rect">
            <a:avLst/>
          </a:prstGeom>
        </p:spPr>
      </p:pic>
      <p:sp>
        <p:nvSpPr>
          <p:cNvPr id="11" name="Shape 5"/>
          <p:cNvSpPr/>
          <p:nvPr/>
        </p:nvSpPr>
        <p:spPr>
          <a:xfrm>
            <a:off x="6629400" y="2606040"/>
            <a:ext cx="2514600" cy="777240"/>
          </a:xfrm>
          <a:prstGeom prst="roundRect">
            <a:avLst>
              <a:gd name="adj" fmla="val 25882"/>
            </a:avLst>
          </a:prstGeom>
          <a:solidFill>
            <a:srgbClr val="F4F6F5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Shape 6"/>
          <p:cNvSpPr/>
          <p:nvPr/>
        </p:nvSpPr>
        <p:spPr>
          <a:xfrm rot="10800000">
            <a:off x="7040880" y="3364992"/>
            <a:ext cx="237744" cy="237744"/>
          </a:xfrm>
          <a:prstGeom prst="triangle">
            <a:avLst/>
          </a:prstGeom>
          <a:solidFill>
            <a:srgbClr val="F4F6F5"/>
          </a:solidFill>
          <a:ln/>
        </p:spPr>
      </p:sp>
      <p:sp>
        <p:nvSpPr>
          <p:cNvPr id="13" name="Text 7"/>
          <p:cNvSpPr txBox="1"/>
          <p:nvPr/>
        </p:nvSpPr>
        <p:spPr>
          <a:xfrm>
            <a:off x="6858000" y="260604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B0D0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Come in. Let me show you around.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D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Claude-Works/c609e3f7-e17f-5f43-8424-4df30cb9a6a9/scratchpad/build/s/img/g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0" y="-822960"/>
            <a:ext cx="7132320" cy="71323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8686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i="1" dirty="0">
                <a:solidFill>
                  <a:srgbClr val="B8E6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 pm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463040"/>
            <a:ext cx="6035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The client's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gone quiet.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017520"/>
            <a:ext cx="5303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After two days of waiting, Bod App drafts the follow-up. You just send it.</a:t>
            </a:r>
            <a:endParaRPr lang="en-US" sz="1800" dirty="0"/>
          </a:p>
        </p:txBody>
      </p:sp>
      <p:pic>
        <p:nvPicPr>
          <p:cNvPr id="6" name="Image 1" descr="/tmp/claude-0/-home-user-Claude-Works/c609e3f7-e17f-5f43-8424-4df30cb9a6a9/scratchpad/build/s/img/annan_point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069080"/>
            <a:ext cx="2362224" cy="237744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3154680" y="4297680"/>
            <a:ext cx="3017520" cy="822960"/>
          </a:xfrm>
          <a:prstGeom prst="roundRect">
            <a:avLst>
              <a:gd name="adj" fmla="val 24444"/>
            </a:avLst>
          </a:prstGeom>
          <a:solidFill>
            <a:srgbClr val="F4F6F5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Shape 4"/>
          <p:cNvSpPr/>
          <p:nvPr/>
        </p:nvSpPr>
        <p:spPr>
          <a:xfrm rot="16200000">
            <a:off x="2953512" y="4590288"/>
            <a:ext cx="237744" cy="237744"/>
          </a:xfrm>
          <a:prstGeom prst="triangle">
            <a:avLst/>
          </a:prstGeom>
          <a:solidFill>
            <a:srgbClr val="F4F6F5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3383280" y="429768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B0D0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Two days, no reply. I've written it for you.</a:t>
            </a:r>
            <a:endParaRPr lang="en-US" sz="1500" dirty="0"/>
          </a:p>
        </p:txBody>
      </p:sp>
      <p:pic>
        <p:nvPicPr>
          <p:cNvPr id="10" name="Image 2" descr="/tmp/claude-0/-home-user-Claude-Works/c609e3f7-e17f-5f43-8424-4df30cb9a6a9/scratchpad/build/s/img/nudge_ligh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420000">
            <a:off x="9372600" y="914400"/>
            <a:ext cx="2459581" cy="5212080"/>
          </a:xfrm>
          <a:prstGeom prst="rect">
            <a:avLst/>
          </a:prstGeom>
        </p:spPr>
      </p:pic>
      <p:pic>
        <p:nvPicPr>
          <p:cNvPr id="11" name="Image 3" descr="/tmp/claude-0/-home-user-Claude-Works/c609e3f7-e17f-5f43-8424-4df30cb9a6a9/scratchpad/build/s/img/nudge_d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0" y="457200"/>
            <a:ext cx="2783210" cy="589788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6903720" y="6400800"/>
            <a:ext cx="2788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6B77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Dark theme</a:t>
            </a:r>
            <a:endParaRPr lang="en-US" sz="800" dirty="0"/>
          </a:p>
        </p:txBody>
      </p:sp>
      <p:sp>
        <p:nvSpPr>
          <p:cNvPr id="13" name="Text 7"/>
          <p:cNvSpPr txBox="1"/>
          <p:nvPr/>
        </p:nvSpPr>
        <p:spPr>
          <a:xfrm>
            <a:off x="9646920" y="640080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6B77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Light theme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D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E62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HOW IT WORKS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From brief to invoice.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Every job, every time.</a:t>
            </a:r>
            <a:endParaRPr lang="en-US" sz="1800" dirty="0"/>
          </a:p>
        </p:txBody>
      </p:sp>
      <p:pic>
        <p:nvPicPr>
          <p:cNvPr id="5" name="Image 0" descr="/tmp/claude-0/-home-user-Claude-Works/c609e3f7-e17f-5f43-8424-4df30cb9a6a9/scratchpad/build/s/img/annan_prou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0" y="274320"/>
            <a:ext cx="1481205" cy="17830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178040" y="685800"/>
            <a:ext cx="2880360" cy="777240"/>
          </a:xfrm>
          <a:prstGeom prst="roundRect">
            <a:avLst>
              <a:gd name="adj" fmla="val 25882"/>
            </a:avLst>
          </a:prstGeom>
          <a:solidFill>
            <a:srgbClr val="F4F6F5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 rot="5400000">
            <a:off x="10021824" y="955548"/>
            <a:ext cx="237744" cy="237744"/>
          </a:xfrm>
          <a:prstGeom prst="triangle">
            <a:avLst/>
          </a:prstGeom>
          <a:solidFill>
            <a:srgbClr val="F4F6F5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406640" y="68580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B0D0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Every job, same path. I watch every step.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1412215" y="2514600"/>
            <a:ext cx="9367266" cy="0"/>
          </a:xfrm>
          <a:prstGeom prst="line">
            <a:avLst/>
          </a:prstGeom>
          <a:noFill/>
          <a:ln w="22225">
            <a:solidFill>
              <a:srgbClr val="B8E62E"/>
            </a:solidFill>
            <a:prstDash val="dash"/>
          </a:ln>
        </p:spPr>
      </p:sp>
      <p:sp>
        <p:nvSpPr>
          <p:cNvPr id="10" name="Shape 7"/>
          <p:cNvSpPr/>
          <p:nvPr/>
        </p:nvSpPr>
        <p:spPr>
          <a:xfrm>
            <a:off x="1183615" y="2286000"/>
            <a:ext cx="457200" cy="457200"/>
          </a:xfrm>
          <a:prstGeom prst="ellipse">
            <a:avLst/>
          </a:prstGeom>
          <a:solidFill>
            <a:srgbClr val="0B0D0C"/>
          </a:solidFill>
          <a:ln w="22225">
            <a:solidFill>
              <a:srgbClr val="B8E62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183615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E62E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48640" y="3017520"/>
            <a:ext cx="1727149" cy="3246120"/>
          </a:xfrm>
          <a:prstGeom prst="roundRect">
            <a:avLst>
              <a:gd name="adj" fmla="val 8471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31520" y="3200400"/>
            <a:ext cx="14071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A brief comes in</a:t>
            </a:r>
            <a:endParaRPr lang="en-US" sz="1450" dirty="0"/>
          </a:p>
        </p:txBody>
      </p:sp>
      <p:sp>
        <p:nvSpPr>
          <p:cNvPr id="14" name="Text 11"/>
          <p:cNvSpPr txBox="1"/>
          <p:nvPr/>
        </p:nvSpPr>
        <p:spPr>
          <a:xfrm>
            <a:off x="731520" y="3886200"/>
            <a:ext cx="145282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FF5C7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USUALLY</a:t>
            </a:r>
            <a:endParaRPr lang="en-US" sz="750" dirty="0"/>
          </a:p>
        </p:txBody>
      </p:sp>
      <p:sp>
        <p:nvSpPr>
          <p:cNvPr id="15" name="Text 12"/>
          <p:cNvSpPr txBox="1"/>
          <p:nvPr/>
        </p:nvSpPr>
        <p:spPr>
          <a:xfrm>
            <a:off x="731520" y="4096512"/>
            <a:ext cx="140710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It arrives on WhatsApp at 11 pm.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31520" y="4828032"/>
            <a:ext cx="1361389" cy="0"/>
          </a:xfrm>
          <a:prstGeom prst="line">
            <a:avLst/>
          </a:prstGeom>
          <a:noFill/>
          <a:ln w="9525">
            <a:solidFill>
              <a:srgbClr val="262C2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937760"/>
            <a:ext cx="145282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B8E62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WITH BOD APP</a:t>
            </a:r>
            <a:endParaRPr lang="en-US" sz="75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148072"/>
            <a:ext cx="140710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F4F6F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Say it, type it or drop the PDF. It becomes a task.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3057068" y="2286000"/>
            <a:ext cx="457200" cy="457200"/>
          </a:xfrm>
          <a:prstGeom prst="ellipse">
            <a:avLst/>
          </a:prstGeom>
          <a:solidFill>
            <a:srgbClr val="0B0D0C"/>
          </a:solidFill>
          <a:ln w="22225">
            <a:solidFill>
              <a:srgbClr val="B8E62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057068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E62E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2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422093" y="3017520"/>
            <a:ext cx="1727149" cy="3246120"/>
          </a:xfrm>
          <a:prstGeom prst="roundRect">
            <a:avLst>
              <a:gd name="adj" fmla="val 8471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604973" y="3200400"/>
            <a:ext cx="14071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Someone picks it up</a:t>
            </a:r>
            <a:endParaRPr lang="en-US" sz="1450" dirty="0"/>
          </a:p>
        </p:txBody>
      </p:sp>
      <p:sp>
        <p:nvSpPr>
          <p:cNvPr id="23" name="Text 20"/>
          <p:cNvSpPr txBox="1"/>
          <p:nvPr/>
        </p:nvSpPr>
        <p:spPr>
          <a:xfrm>
            <a:off x="2604973" y="3886200"/>
            <a:ext cx="145282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FF5C7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USUALLY</a:t>
            </a:r>
            <a:endParaRPr lang="en-US" sz="750" dirty="0"/>
          </a:p>
        </p:txBody>
      </p:sp>
      <p:sp>
        <p:nvSpPr>
          <p:cNvPr id="24" name="Text 21"/>
          <p:cNvSpPr txBox="1"/>
          <p:nvPr/>
        </p:nvSpPr>
        <p:spPr>
          <a:xfrm>
            <a:off x="2604973" y="4096512"/>
            <a:ext cx="140710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“Who's doing this?”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2604973" y="4828032"/>
            <a:ext cx="1361389" cy="0"/>
          </a:xfrm>
          <a:prstGeom prst="line">
            <a:avLst/>
          </a:prstGeom>
          <a:noFill/>
          <a:ln w="9525">
            <a:solidFill>
              <a:srgbClr val="262C2E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604973" y="4937760"/>
            <a:ext cx="145282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B8E62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WITH BOD APP</a:t>
            </a:r>
            <a:endParaRPr lang="en-US" sz="750" dirty="0"/>
          </a:p>
        </p:txBody>
      </p:sp>
      <p:sp>
        <p:nvSpPr>
          <p:cNvPr id="27" name="Text 24"/>
          <p:cNvSpPr txBox="1"/>
          <p:nvPr/>
        </p:nvSpPr>
        <p:spPr>
          <a:xfrm>
            <a:off x="2604973" y="5148072"/>
            <a:ext cx="140710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F4F6F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PM approves it, and it goes to the right person.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4930521" y="2286000"/>
            <a:ext cx="457200" cy="457200"/>
          </a:xfrm>
          <a:prstGeom prst="ellipse">
            <a:avLst/>
          </a:prstGeom>
          <a:solidFill>
            <a:srgbClr val="0B0D0C"/>
          </a:solidFill>
          <a:ln w="22225">
            <a:solidFill>
              <a:srgbClr val="B8E62E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930521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E62E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3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4295546" y="3017520"/>
            <a:ext cx="1727149" cy="3246120"/>
          </a:xfrm>
          <a:prstGeom prst="roundRect">
            <a:avLst>
              <a:gd name="adj" fmla="val 8471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478426" y="3200400"/>
            <a:ext cx="14071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The work happens</a:t>
            </a:r>
            <a:endParaRPr lang="en-US" sz="1450" dirty="0"/>
          </a:p>
        </p:txBody>
      </p:sp>
      <p:sp>
        <p:nvSpPr>
          <p:cNvPr id="32" name="Text 29"/>
          <p:cNvSpPr txBox="1"/>
          <p:nvPr/>
        </p:nvSpPr>
        <p:spPr>
          <a:xfrm>
            <a:off x="4478426" y="3886200"/>
            <a:ext cx="145282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FF5C7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USUALLY</a:t>
            </a:r>
            <a:endParaRPr lang="en-US" sz="750" dirty="0"/>
          </a:p>
        </p:txBody>
      </p:sp>
      <p:sp>
        <p:nvSpPr>
          <p:cNvPr id="33" name="Text 30"/>
          <p:cNvSpPr txBox="1"/>
          <p:nvPr/>
        </p:nvSpPr>
        <p:spPr>
          <a:xfrm>
            <a:off x="4478426" y="4096512"/>
            <a:ext cx="140710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Status lives in people's heads.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478426" y="4828032"/>
            <a:ext cx="1361389" cy="0"/>
          </a:xfrm>
          <a:prstGeom prst="line">
            <a:avLst/>
          </a:prstGeom>
          <a:noFill/>
          <a:ln w="9525">
            <a:solidFill>
              <a:srgbClr val="262C2E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478426" y="4937760"/>
            <a:ext cx="145282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B8E62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WITH BOD APP</a:t>
            </a:r>
            <a:endParaRPr lang="en-US" sz="750" dirty="0"/>
          </a:p>
        </p:txBody>
      </p:sp>
      <p:sp>
        <p:nvSpPr>
          <p:cNvPr id="36" name="Text 33"/>
          <p:cNvSpPr txBox="1"/>
          <p:nvPr/>
        </p:nvSpPr>
        <p:spPr>
          <a:xfrm>
            <a:off x="4478426" y="5148072"/>
            <a:ext cx="140710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F4F6F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Everyone can see where each job is, and how it's going.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803974" y="2286000"/>
            <a:ext cx="457200" cy="457200"/>
          </a:xfrm>
          <a:prstGeom prst="ellipse">
            <a:avLst/>
          </a:prstGeom>
          <a:solidFill>
            <a:srgbClr val="0B0D0C"/>
          </a:solidFill>
          <a:ln w="22225">
            <a:solidFill>
              <a:srgbClr val="B8E62E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6803974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E62E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4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6169000" y="3017520"/>
            <a:ext cx="1727149" cy="3246120"/>
          </a:xfrm>
          <a:prstGeom prst="roundRect">
            <a:avLst>
              <a:gd name="adj" fmla="val 8471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351880" y="3200400"/>
            <a:ext cx="14071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The client goes quiet</a:t>
            </a:r>
            <a:endParaRPr lang="en-US" sz="1450" dirty="0"/>
          </a:p>
        </p:txBody>
      </p:sp>
      <p:sp>
        <p:nvSpPr>
          <p:cNvPr id="41" name="Text 38"/>
          <p:cNvSpPr txBox="1"/>
          <p:nvPr/>
        </p:nvSpPr>
        <p:spPr>
          <a:xfrm>
            <a:off x="6351880" y="3886200"/>
            <a:ext cx="145282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FF5C7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USUALLY</a:t>
            </a:r>
            <a:endParaRPr lang="en-US" sz="750" dirty="0"/>
          </a:p>
        </p:txBody>
      </p:sp>
      <p:sp>
        <p:nvSpPr>
          <p:cNvPr id="42" name="Text 39"/>
          <p:cNvSpPr txBox="1"/>
          <p:nvPr/>
        </p:nvSpPr>
        <p:spPr>
          <a:xfrm>
            <a:off x="6351880" y="4096512"/>
            <a:ext cx="140710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You remember three days later.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6351880" y="4828032"/>
            <a:ext cx="1361389" cy="0"/>
          </a:xfrm>
          <a:prstGeom prst="line">
            <a:avLst/>
          </a:prstGeom>
          <a:noFill/>
          <a:ln w="9525">
            <a:solidFill>
              <a:srgbClr val="262C2E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6351880" y="4937760"/>
            <a:ext cx="145282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B8E62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WITH BOD APP</a:t>
            </a:r>
            <a:endParaRPr lang="en-US" sz="750" dirty="0"/>
          </a:p>
        </p:txBody>
      </p:sp>
      <p:sp>
        <p:nvSpPr>
          <p:cNvPr id="45" name="Text 42"/>
          <p:cNvSpPr txBox="1"/>
          <p:nvPr/>
        </p:nvSpPr>
        <p:spPr>
          <a:xfrm>
            <a:off x="6351880" y="5148072"/>
            <a:ext cx="140710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F4F6F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Bod App drafts the follow-up after two.</a:t>
            </a:r>
            <a:endParaRPr lang="en-US" sz="1150" dirty="0"/>
          </a:p>
        </p:txBody>
      </p:sp>
      <p:sp>
        <p:nvSpPr>
          <p:cNvPr id="46" name="Shape 43"/>
          <p:cNvSpPr/>
          <p:nvPr/>
        </p:nvSpPr>
        <p:spPr>
          <a:xfrm>
            <a:off x="8677427" y="2286000"/>
            <a:ext cx="457200" cy="457200"/>
          </a:xfrm>
          <a:prstGeom prst="ellipse">
            <a:avLst/>
          </a:prstGeom>
          <a:solidFill>
            <a:srgbClr val="0B0D0C"/>
          </a:solidFill>
          <a:ln w="22225">
            <a:solidFill>
              <a:srgbClr val="B8E62E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8677427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E62E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5</a:t>
            </a:r>
            <a:endParaRPr lang="en-US" sz="1400" dirty="0"/>
          </a:p>
        </p:txBody>
      </p:sp>
      <p:sp>
        <p:nvSpPr>
          <p:cNvPr id="48" name="Shape 45"/>
          <p:cNvSpPr/>
          <p:nvPr/>
        </p:nvSpPr>
        <p:spPr>
          <a:xfrm>
            <a:off x="8042453" y="3017520"/>
            <a:ext cx="1727149" cy="3246120"/>
          </a:xfrm>
          <a:prstGeom prst="roundRect">
            <a:avLst>
              <a:gd name="adj" fmla="val 8471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225333" y="3200400"/>
            <a:ext cx="14071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The job is done</a:t>
            </a:r>
            <a:endParaRPr lang="en-US" sz="1450" dirty="0"/>
          </a:p>
        </p:txBody>
      </p:sp>
      <p:sp>
        <p:nvSpPr>
          <p:cNvPr id="50" name="Text 47"/>
          <p:cNvSpPr txBox="1"/>
          <p:nvPr/>
        </p:nvSpPr>
        <p:spPr>
          <a:xfrm>
            <a:off x="8225333" y="3886200"/>
            <a:ext cx="145282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FF5C7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USUALLY</a:t>
            </a:r>
            <a:endParaRPr lang="en-US" sz="750" dirty="0"/>
          </a:p>
        </p:txBody>
      </p:sp>
      <p:sp>
        <p:nvSpPr>
          <p:cNvPr id="51" name="Text 48"/>
          <p:cNvSpPr txBox="1"/>
          <p:nvPr/>
        </p:nvSpPr>
        <p:spPr>
          <a:xfrm>
            <a:off x="8225333" y="4096512"/>
            <a:ext cx="140710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It sits there, unbilled.</a:t>
            </a:r>
            <a:endParaRPr lang="en-US" sz="1100" dirty="0"/>
          </a:p>
        </p:txBody>
      </p:sp>
      <p:sp>
        <p:nvSpPr>
          <p:cNvPr id="52" name="Shape 49"/>
          <p:cNvSpPr/>
          <p:nvPr/>
        </p:nvSpPr>
        <p:spPr>
          <a:xfrm>
            <a:off x="8225333" y="4828032"/>
            <a:ext cx="1361389" cy="0"/>
          </a:xfrm>
          <a:prstGeom prst="line">
            <a:avLst/>
          </a:prstGeom>
          <a:noFill/>
          <a:ln w="9525">
            <a:solidFill>
              <a:srgbClr val="262C2E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8225333" y="4937760"/>
            <a:ext cx="145282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B8E62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WITH BOD APP</a:t>
            </a:r>
            <a:endParaRPr lang="en-US" sz="750" dirty="0"/>
          </a:p>
        </p:txBody>
      </p:sp>
      <p:sp>
        <p:nvSpPr>
          <p:cNvPr id="54" name="Text 51"/>
          <p:cNvSpPr txBox="1"/>
          <p:nvPr/>
        </p:nvSpPr>
        <p:spPr>
          <a:xfrm>
            <a:off x="8225333" y="5148072"/>
            <a:ext cx="140710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F4F6F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It moves to a Ready to bill list, automatically.</a:t>
            </a:r>
            <a:endParaRPr lang="en-US" sz="1150" dirty="0"/>
          </a:p>
        </p:txBody>
      </p:sp>
      <p:sp>
        <p:nvSpPr>
          <p:cNvPr id="55" name="Shape 52"/>
          <p:cNvSpPr/>
          <p:nvPr/>
        </p:nvSpPr>
        <p:spPr>
          <a:xfrm>
            <a:off x="10550881" y="2286000"/>
            <a:ext cx="457200" cy="457200"/>
          </a:xfrm>
          <a:prstGeom prst="ellipse">
            <a:avLst/>
          </a:prstGeom>
          <a:solidFill>
            <a:srgbClr val="B8E62E"/>
          </a:solidFill>
          <a:ln w="22225">
            <a:solidFill>
              <a:srgbClr val="B8E62E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10550881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D0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6</a:t>
            </a:r>
            <a:endParaRPr lang="en-US" sz="1400" dirty="0"/>
          </a:p>
        </p:txBody>
      </p:sp>
      <p:sp>
        <p:nvSpPr>
          <p:cNvPr id="57" name="Shape 54"/>
          <p:cNvSpPr/>
          <p:nvPr/>
        </p:nvSpPr>
        <p:spPr>
          <a:xfrm>
            <a:off x="9915906" y="3017520"/>
            <a:ext cx="1727149" cy="3246120"/>
          </a:xfrm>
          <a:prstGeom prst="roundRect">
            <a:avLst>
              <a:gd name="adj" fmla="val 8471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10098786" y="3200400"/>
            <a:ext cx="14071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It gets invoiced</a:t>
            </a:r>
            <a:endParaRPr lang="en-US" sz="1450" dirty="0"/>
          </a:p>
        </p:txBody>
      </p:sp>
      <p:sp>
        <p:nvSpPr>
          <p:cNvPr id="59" name="Text 56"/>
          <p:cNvSpPr txBox="1"/>
          <p:nvPr/>
        </p:nvSpPr>
        <p:spPr>
          <a:xfrm>
            <a:off x="10098786" y="3886200"/>
            <a:ext cx="145282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FF5C7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USUALLY</a:t>
            </a:r>
            <a:endParaRPr lang="en-US" sz="750" dirty="0"/>
          </a:p>
        </p:txBody>
      </p:sp>
      <p:sp>
        <p:nvSpPr>
          <p:cNvPr id="60" name="Text 57"/>
          <p:cNvSpPr txBox="1"/>
          <p:nvPr/>
        </p:nvSpPr>
        <p:spPr>
          <a:xfrm>
            <a:off x="10098786" y="4096512"/>
            <a:ext cx="140710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Someone digs through chats at month end.</a:t>
            </a:r>
            <a:endParaRPr lang="en-US" sz="1100" dirty="0"/>
          </a:p>
        </p:txBody>
      </p:sp>
      <p:sp>
        <p:nvSpPr>
          <p:cNvPr id="61" name="Shape 58"/>
          <p:cNvSpPr/>
          <p:nvPr/>
        </p:nvSpPr>
        <p:spPr>
          <a:xfrm>
            <a:off x="10098786" y="4828032"/>
            <a:ext cx="1361389" cy="0"/>
          </a:xfrm>
          <a:prstGeom prst="line">
            <a:avLst/>
          </a:prstGeom>
          <a:noFill/>
          <a:ln w="9525">
            <a:solidFill>
              <a:srgbClr val="262C2E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10098786" y="4937760"/>
            <a:ext cx="145282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B8E62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WITH BOD APP</a:t>
            </a:r>
            <a:endParaRPr lang="en-US" sz="750" dirty="0"/>
          </a:p>
        </p:txBody>
      </p:sp>
      <p:sp>
        <p:nvSpPr>
          <p:cNvPr id="63" name="Text 60"/>
          <p:cNvSpPr txBox="1"/>
          <p:nvPr/>
        </p:nvSpPr>
        <p:spPr>
          <a:xfrm>
            <a:off x="10098786" y="5148072"/>
            <a:ext cx="140710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F4F6F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Finance sees the list, bills it, closes it.</a:t>
            </a:r>
            <a:endParaRPr lang="en-US" sz="1150" dirty="0"/>
          </a:p>
        </p:txBody>
      </p:sp>
      <p:sp>
        <p:nvSpPr>
          <p:cNvPr id="64" name="Text 61"/>
          <p:cNvSpPr txBox="1"/>
          <p:nvPr/>
        </p:nvSpPr>
        <p:spPr>
          <a:xfrm>
            <a:off x="548640" y="6446520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77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BOD APP  ·  THE TASK APP FOR CREATIVE AGENCIES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Bod Studio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Bod App — Sales Deck</dc:title>
  <dc:subject>PptxGenJS Presentation</dc:subject>
  <dc:creator>Bod Studio · Storibod Creatives</dc:creator>
  <cp:lastModifiedBy>Bod Studio · Storibod Creatives</cp:lastModifiedBy>
  <cp:revision>1</cp:revision>
  <dcterms:created xsi:type="dcterms:W3CDTF">2026-09-26T15:37:06Z</dcterms:created>
  <dcterms:modified xsi:type="dcterms:W3CDTF">2026-09-26T15:37:06Z</dcterms:modified>
</cp:coreProperties>
</file>