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opening soft. This is a studio sharing the tool it built for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Most studio owners will nod. This is why they started.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slowly. Every studio lives with them. None of it is the work clients pay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 App ran the Storibod floor before anyone else saw it. Introduce Bod Annan lightly. He comes back later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Focus Queue. Nobody has to plan the day or scroll a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a voice note live if you can. The task goes to the project manager to approve, so nothing lands on the board by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nudge. It only appears once a task has been waiting on a client for 48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evening the day's standup is drafted from what actually moved. No morning meeting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moment people smile at. Small, honest recognition, every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story. From here, show how it works and what's in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steps. The point for founders: finished work can't slip through before it's billed.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page is in the live app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that these arrive with the redesign. Trial customers get them as they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pricing low-key. Offer the trial first; the plan conversation comes at the end of week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the walkthrough, not the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E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1872" y="457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1261872" y="8046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BOD STUDIO PRODUCT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7132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Made in a studio,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 studios.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task app we built for our own team at Storibod.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Kochi, Kerala  ·  mybodstudio.com</a:t>
            </a:r>
            <a:endParaRPr lang="en-US" sz="900" dirty="0"/>
          </a:p>
        </p:txBody>
      </p:sp>
      <p:pic>
        <p:nvPicPr>
          <p:cNvPr id="8" name="Image 1" descr="/tmp/claude-0/-home-user-Claude-Works/c609e3f7-e17f-5f43-8424-4df30cb9a6a9/scratchpad/build/img/fig_home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74320"/>
            <a:ext cx="3091586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We love the work.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ideas, the shoots, the late edits that finally click.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It's the rest of it.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423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Updating the status, again.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02666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D3D9D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Chasing a reply from the client.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6301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EB7B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“Where's that file?”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2336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959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10 am standup.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83717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6716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Working out what to bill this month.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laude-Works/c609e3f7-e17f-5f43-8424-4df30cb9a6a9/scratchpad/build/img/an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00200"/>
            <a:ext cx="1143000" cy="163995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342900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So we built something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 handle the rest.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074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 made it for our own team first. This is Bod Annan, who lives inside it.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060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You open it and the day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is already in order.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60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Overdue work first, then what's due today. Anything stuck waits quietly at the bottom.</a:t>
            </a:r>
            <a:endParaRPr lang="en-US" sz="1600" dirty="0"/>
          </a:p>
        </p:txBody>
      </p:sp>
      <p:pic>
        <p:nvPicPr>
          <p:cNvPr id="5" name="Image 0" descr="/tmp/claude-0/-home-user-Claude-Works/c609e3f7-e17f-5f43-8424-4df30cb9a6a9/scratchpad/build/img/fig_focu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11480"/>
            <a:ext cx="2957170" cy="6035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06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Say it the way you'd say it.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605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Malayalam, English or Manglish, by voice or text. It turns into a task with a name and a date.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914400"/>
            <a:ext cx="5150815" cy="5029200"/>
          </a:xfrm>
          <a:prstGeom prst="roundRect">
            <a:avLst>
              <a:gd name="adj" fmla="val 4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1234440"/>
            <a:ext cx="3642055" cy="1097280"/>
          </a:xfrm>
          <a:prstGeom prst="roundRect">
            <a:avLst>
              <a:gd name="adj" fmla="val 13333"/>
            </a:avLst>
          </a:prstGeom>
          <a:solidFill>
            <a:srgbClr val="25300C"/>
          </a:solidFill>
          <a:ln w="9525">
            <a:solidFill>
              <a:srgbClr val="3C4D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3898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VOICE NOTE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1645920"/>
            <a:ext cx="3230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“Naseem-inod OXY landing page copy Friday-il venam, high priority.”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606040"/>
            <a:ext cx="420624" cy="4206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88352" y="26517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Here's the task. Look right?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88352" y="3154680"/>
            <a:ext cx="3934663" cy="1920240"/>
          </a:xfrm>
          <a:prstGeom prst="roundRect">
            <a:avLst>
              <a:gd name="adj" fmla="val 6667"/>
            </a:avLst>
          </a:prstGeom>
          <a:solidFill>
            <a:srgbClr val="1C2123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2918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778240" y="329184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OXY landing page copy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3721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778240" y="3721608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Naseem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415137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By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778240" y="4151376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Friday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5811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Priority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778240" y="4581144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7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High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88352" y="5303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88352" y="5303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LOOKS GOOD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pm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06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Still waiting on the client?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605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 two days, it writes the follow-up for you. You just send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1417320"/>
            <a:ext cx="5150815" cy="1234440"/>
          </a:xfrm>
          <a:prstGeom prst="roundRect">
            <a:avLst>
              <a:gd name="adj" fmla="val 133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12280" y="16459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OXY landing page copy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12280" y="19568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C7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OXY Studios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2258568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12280" y="2258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2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Waiting on client · 2 days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92240" y="2834640"/>
            <a:ext cx="5150815" cy="2743200"/>
          </a:xfrm>
          <a:prstGeom prst="roundRect">
            <a:avLst>
              <a:gd name="adj" fmla="val 6000"/>
            </a:avLst>
          </a:prstGeom>
          <a:solidFill>
            <a:srgbClr val="1A2210"/>
          </a:solidFill>
          <a:ln w="9525">
            <a:solidFill>
              <a:srgbClr val="3C4D12"/>
            </a:solidFill>
            <a:prstDash val="solid"/>
          </a:ln>
        </p:spPr>
      </p:sp>
      <p:pic>
        <p:nvPicPr>
          <p:cNvPr id="11" name="Image 0" descr="/tmp/claude-0/-home-user-Claude-Works/c609e3f7-e17f-5f43-8424-4df30cb9a6a9/scratchpad/build/img/an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3063240"/>
            <a:ext cx="384048" cy="55102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609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FOLLOW-UP, READY TO GO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3456432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“Hi! Just checking in on the landing page copy. Could we get your feedback by Thursday so we can wrap it up Friday?”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60920" y="48463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60920" y="48463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SEND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686800" y="48463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0" y="48463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4F6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LATER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pm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060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standup is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already written.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605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it, send it to the team, go home.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914400"/>
            <a:ext cx="5150815" cy="5029200"/>
          </a:xfrm>
          <a:prstGeom prst="roundRect">
            <a:avLst>
              <a:gd name="adj" fmla="val 4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0" y="1234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TODAY  ·  6:00 PM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Your standup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148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DONE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441448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Reel edit for Halo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788920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Carousel for Lumen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3009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8C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MOVING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593592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 header draft for Verde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41056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24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STUCK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398264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OXY landing page copy, waiting on feedback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0" y="52578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5257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366760" y="52578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66760" y="5257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4F6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COPY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868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E6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Monday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417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And someone notices the good work.</a:t>
            </a:r>
            <a:endParaRPr lang="en-US" sz="3800" dirty="0"/>
          </a:p>
        </p:txBody>
      </p:sp>
      <p:pic>
        <p:nvPicPr>
          <p:cNvPr id="4" name="Image 0" descr="/tmp/claude-0/-home-user-Claude-Works/c609e3f7-e17f-5f43-8424-4df30cb9a6a9/scratchpad/build/img/recap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5368" y="2651760"/>
            <a:ext cx="7680960" cy="27930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week starts with what the team got done.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week feels lighter.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LESS OF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1546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66716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Any update?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66716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 following up.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66716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Who's on this?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834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MORE OF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31546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4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itself.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Clear heads.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Leaving on time.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From a message to a billed job.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task moves through the same five steps. Each person only sees the steps that are theirs.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057400" cy="2834640"/>
          </a:xfrm>
          <a:prstGeom prst="roundRect">
            <a:avLst>
              <a:gd name="adj" fmla="val 71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606040"/>
            <a:ext cx="530352" cy="530352"/>
          </a:xfrm>
          <a:prstGeom prst="ellipse">
            <a:avLst/>
          </a:prstGeom>
          <a:solidFill>
            <a:srgbClr val="9AA7A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Capture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490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Someone speaks, types or sends a PDF brief.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0916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7A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ANYONE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679192"/>
            <a:ext cx="201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807894" y="2331720"/>
            <a:ext cx="2057400" cy="2834640"/>
          </a:xfrm>
          <a:prstGeom prst="roundRect">
            <a:avLst>
              <a:gd name="adj" fmla="val 71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36494" y="2606040"/>
            <a:ext cx="530352" cy="530352"/>
          </a:xfrm>
          <a:prstGeom prst="ellipse">
            <a:avLst/>
          </a:prstGeom>
          <a:solidFill>
            <a:srgbClr val="5B8CF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36494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036494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Approve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36494" y="37490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project manager checks it once and puts it on the board.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36494" y="470916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8C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PROJECT MANAGER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865294" y="2679192"/>
            <a:ext cx="201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67148" y="2331720"/>
            <a:ext cx="2057400" cy="2834640"/>
          </a:xfrm>
          <a:prstGeom prst="roundRect">
            <a:avLst>
              <a:gd name="adj" fmla="val 71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95748" y="2606040"/>
            <a:ext cx="530352" cy="5303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95748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295748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Work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295748" y="37490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shows up in the right person's day, with chat and files attached.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95748" y="470916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TEAM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124548" y="2679192"/>
            <a:ext cx="201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26401" y="2331720"/>
            <a:ext cx="2057400" cy="2834640"/>
          </a:xfrm>
          <a:prstGeom prst="roundRect">
            <a:avLst>
              <a:gd name="adj" fmla="val 71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55001" y="2606040"/>
            <a:ext cx="530352" cy="530352"/>
          </a:xfrm>
          <a:prstGeom prst="ellipse">
            <a:avLst/>
          </a:prstGeom>
          <a:solidFill>
            <a:srgbClr val="B8E6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555001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555001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Ready to bill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55001" y="37490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Finished work moves to Finance with a note on what to bill.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55001" y="470916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PROJECT MANAGER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83801" y="2679192"/>
            <a:ext cx="201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9585655" y="2331720"/>
            <a:ext cx="2057400" cy="2834640"/>
          </a:xfrm>
          <a:prstGeom prst="roundRect">
            <a:avLst>
              <a:gd name="adj" fmla="val 71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14255" y="2606040"/>
            <a:ext cx="530352" cy="530352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14255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5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9814255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Billed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9814255" y="37490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 invoices it in Zoho and closes it out.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14255" y="470916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24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FINANCE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Amounts and invoices stay in Zoho. Bod App only keeps track of what's ready to bill.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THE APP TODAY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What your team gets on day one.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386584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Tasks and boards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70048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Owners, deadlines, priority and status.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67964" y="1783080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564" y="201168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564" y="2386584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Voice to task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3596564" y="2670048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Speak in Malayalam, English or Manglish.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87288" y="1783080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2011680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15888" y="2386584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Approval queue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6415888" y="2670048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Requests and PDF briefs, duplicates caught.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06611" y="1783080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211" y="2011680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35211" y="2386584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Team and task chat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9235211" y="2670048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Voice notes, files and replies in one thread.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48640" y="3282696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11296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3886200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Daily AI summary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16966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short read of your day, every morning.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367964" y="3282696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564" y="3511296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596564" y="3886200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“What's next?”</a:t>
            </a:r>
            <a:endParaRPr lang="en-US" sz="1350" dirty="0"/>
          </a:p>
        </p:txBody>
      </p:sp>
      <p:sp>
        <p:nvSpPr>
          <p:cNvPr id="28" name="Text 20"/>
          <p:cNvSpPr txBox="1"/>
          <p:nvPr/>
        </p:nvSpPr>
        <p:spPr>
          <a:xfrm>
            <a:off x="3596564" y="416966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which task to pick up next.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187288" y="3282696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888" y="3511296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415888" y="3886200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AI standup</a:t>
            </a:r>
            <a:endParaRPr lang="en-US" sz="1350" dirty="0"/>
          </a:p>
        </p:txBody>
      </p:sp>
      <p:sp>
        <p:nvSpPr>
          <p:cNvPr id="32" name="Text 23"/>
          <p:cNvSpPr txBox="1"/>
          <p:nvPr/>
        </p:nvSpPr>
        <p:spPr>
          <a:xfrm>
            <a:off x="6415888" y="416966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tap to post the day's standup to the team.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9006611" y="3282696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211" y="3511296"/>
            <a:ext cx="292608" cy="29260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235211" y="3886200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Analytics</a:t>
            </a:r>
            <a:endParaRPr lang="en-US" sz="1350" dirty="0"/>
          </a:p>
        </p:txBody>
      </p:sp>
      <p:sp>
        <p:nvSpPr>
          <p:cNvPr id="36" name="Text 26"/>
          <p:cNvSpPr txBox="1"/>
          <p:nvPr/>
        </p:nvSpPr>
        <p:spPr>
          <a:xfrm>
            <a:off x="9235211" y="416966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Shipped work and turnaround, in plain words.</a:t>
            </a:r>
            <a:endParaRPr 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548640" y="4782312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010912"/>
            <a:ext cx="292608" cy="29260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77240" y="5385816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Clients and team</a:t>
            </a:r>
            <a:endParaRPr lang="en-US" sz="1350" dirty="0"/>
          </a:p>
        </p:txBody>
      </p:sp>
      <p:sp>
        <p:nvSpPr>
          <p:cNvPr id="40" name="Text 29"/>
          <p:cNvSpPr txBox="1"/>
          <p:nvPr/>
        </p:nvSpPr>
        <p:spPr>
          <a:xfrm>
            <a:off x="777240" y="566928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client, every person, every role.</a:t>
            </a:r>
            <a:endParaRPr lang="en-US" sz="1050" dirty="0"/>
          </a:p>
        </p:txBody>
      </p:sp>
      <p:sp>
        <p:nvSpPr>
          <p:cNvPr id="41" name="Shape 30"/>
          <p:cNvSpPr/>
          <p:nvPr/>
        </p:nvSpPr>
        <p:spPr>
          <a:xfrm>
            <a:off x="3367964" y="4782312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6564" y="5010912"/>
            <a:ext cx="292608" cy="29260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596564" y="5385816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Google Sheets sync</a:t>
            </a:r>
            <a:endParaRPr lang="en-US" sz="1350" dirty="0"/>
          </a:p>
        </p:txBody>
      </p:sp>
      <p:sp>
        <p:nvSpPr>
          <p:cNvPr id="44" name="Text 32"/>
          <p:cNvSpPr txBox="1"/>
          <p:nvPr/>
        </p:nvSpPr>
        <p:spPr>
          <a:xfrm>
            <a:off x="3596564" y="566928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task data, mirrored to a sheet.</a:t>
            </a:r>
            <a:endParaRPr lang="en-US" sz="1050" dirty="0"/>
          </a:p>
        </p:txBody>
      </p:sp>
      <p:sp>
        <p:nvSpPr>
          <p:cNvPr id="45" name="Shape 33"/>
          <p:cNvSpPr/>
          <p:nvPr/>
        </p:nvSpPr>
        <p:spPr>
          <a:xfrm>
            <a:off x="6187288" y="4782312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5888" y="5010912"/>
            <a:ext cx="292608" cy="29260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415888" y="5385816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Notifications</a:t>
            </a:r>
            <a:endParaRPr lang="en-US" sz="1350" dirty="0"/>
          </a:p>
        </p:txBody>
      </p:sp>
      <p:sp>
        <p:nvSpPr>
          <p:cNvPr id="48" name="Text 35"/>
          <p:cNvSpPr txBox="1"/>
          <p:nvPr/>
        </p:nvSpPr>
        <p:spPr>
          <a:xfrm>
            <a:off x="6415888" y="566928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Assignments, status changes and chat.</a:t>
            </a:r>
            <a:endParaRPr lang="en-US" sz="1050" dirty="0"/>
          </a:p>
        </p:txBody>
      </p:sp>
      <p:sp>
        <p:nvSpPr>
          <p:cNvPr id="49" name="Shape 36"/>
          <p:cNvSpPr/>
          <p:nvPr/>
        </p:nvSpPr>
        <p:spPr>
          <a:xfrm>
            <a:off x="9006611" y="4782312"/>
            <a:ext cx="2636444" cy="1353312"/>
          </a:xfrm>
          <a:prstGeom prst="roundRect">
            <a:avLst>
              <a:gd name="adj" fmla="val 1081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35211" y="5010912"/>
            <a:ext cx="292608" cy="29260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235211" y="5385816"/>
            <a:ext cx="227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Phone, tablet and web</a:t>
            </a:r>
            <a:endParaRPr lang="en-US" sz="1350" dirty="0"/>
          </a:p>
        </p:txBody>
      </p:sp>
      <p:sp>
        <p:nvSpPr>
          <p:cNvPr id="52" name="Text 38"/>
          <p:cNvSpPr txBox="1"/>
          <p:nvPr/>
        </p:nvSpPr>
        <p:spPr>
          <a:xfrm>
            <a:off x="9235211" y="566928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iOS, Android and web, with home-screen widgets.</a:t>
            </a:r>
            <a:endParaRPr lang="en-US" sz="1050" dirty="0"/>
          </a:p>
        </p:txBody>
      </p:sp>
      <p:sp>
        <p:nvSpPr>
          <p:cNvPr id="53" name="Text 39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54" name="Text 40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COMING WITH THE NEW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 calmer, friendlier app.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full redesign, with the features from the story.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9514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2240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Focus Queue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4023360" y="2240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day, sorted every morning.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71576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4378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788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Annan and weekly wins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023360" y="27889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small celebration of last week's work.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26440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9242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3337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Task vibes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4023360" y="3337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Long-press a task to say how it's going.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381304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4106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38862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Client colours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4023360" y="3886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client gets its own colour.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36168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8970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5156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Follow-up nudges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4023360" y="44348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reply drafted after two days of waiting.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48640" y="491032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51560" y="4983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Notes to tasks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023360" y="49834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Paste messy notes and get clean tasks.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548640" y="5458968"/>
            <a:ext cx="6858000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586984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51560" y="5532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6 pm digest</a:t>
            </a:r>
            <a:endParaRPr lang="en-US" sz="1450" dirty="0"/>
          </a:p>
        </p:txBody>
      </p:sp>
      <p:sp>
        <p:nvSpPr>
          <p:cNvPr id="31" name="Text 22"/>
          <p:cNvSpPr txBox="1"/>
          <p:nvPr/>
        </p:nvSpPr>
        <p:spPr>
          <a:xfrm>
            <a:off x="4023360" y="55321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standup, written before you leave.</a:t>
            </a:r>
            <a:endParaRPr lang="en-US" sz="1250" dirty="0"/>
          </a:p>
        </p:txBody>
      </p:sp>
      <p:pic>
        <p:nvPicPr>
          <p:cNvPr id="32" name="Image 7" descr="/tmp/claude-0/-home-user-Claude-Works/c609e3f7-e17f-5f43-8424-4df30cb9a6a9/scratchpad/build/img/fig_left_home_cro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680" y="594360"/>
            <a:ext cx="2056248" cy="5669280"/>
          </a:xfrm>
          <a:prstGeom prst="rect">
            <a:avLst/>
          </a:prstGeom>
        </p:spPr>
      </p:pic>
      <p:pic>
        <p:nvPicPr>
          <p:cNvPr id="33" name="Image 8" descr="/tmp/claude-0/-home-user-Claude-Works/c609e3f7-e17f-5f43-8424-4df30cb9a6a9/scratchpad/build/img/fig_right_tasks_cro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7232" y="594360"/>
            <a:ext cx="2048311" cy="566928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5" name="Text 24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Try it with your team for two weeks.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965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card needed. Run real client work through it and see how the week feels.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017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IF YOU STAY  ·  PER PERSON, PER MONTH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3383280"/>
            <a:ext cx="3332378" cy="2011680"/>
          </a:xfrm>
          <a:prstGeom prst="roundRect">
            <a:avLst>
              <a:gd name="adj" fmla="val 727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6118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Basic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97764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₹199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8006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essentials for a small team.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3383280"/>
            <a:ext cx="3332378" cy="2011680"/>
          </a:xfrm>
          <a:prstGeom prst="roundRect">
            <a:avLst>
              <a:gd name="adj" fmla="val 7273"/>
            </a:avLst>
          </a:prstGeom>
          <a:solidFill>
            <a:srgbClr val="B8E6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49698" y="36118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Advanced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49698" y="397764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₹299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749698" y="48006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we use at Storibod.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44917" y="3383280"/>
            <a:ext cx="3332378" cy="2011680"/>
          </a:xfrm>
          <a:prstGeom prst="roundRect">
            <a:avLst>
              <a:gd name="adj" fmla="val 727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64957" y="36118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Premium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64957" y="397764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₹499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264957" y="48006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 up around your own workflow.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8E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1872" y="457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1261872" y="8046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BOD STUDIO PRODUCT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 see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how it feels.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20-minute walkthrough on your own workflow. Just message us.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WHATSAPP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+91 7356 333 975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50749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EMAIL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377440" y="5321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info@storibodcreatives.com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WEB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mybodstudio.com</a:t>
            </a:r>
            <a:endParaRPr lang="en-US" sz="1300" dirty="0"/>
          </a:p>
        </p:txBody>
      </p:sp>
      <p:pic>
        <p:nvPicPr>
          <p:cNvPr id="13" name="Image 1" descr="/tmp/claude-0/-home-user-Claude-Works/c609e3f7-e17f-5f43-8424-4df30cb9a6a9/scratchpad/build/img/fig_tasks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74320"/>
            <a:ext cx="3091586" cy="6309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Bod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 App — Sales Deck</dc:title>
  <dc:subject>PptxGenJS Presentation</dc:subject>
  <dc:creator>Bod Studio · Storibod Creatives</dc:creator>
  <cp:lastModifiedBy>Bod Studio · Storibod Creatives</cp:lastModifiedBy>
  <cp:revision>1</cp:revision>
  <dcterms:created xsi:type="dcterms:W3CDTF">2026-09-26T14:52:48Z</dcterms:created>
  <dcterms:modified xsi:type="dcterms:W3CDTF">2026-09-26T14:52:48Z</dcterms:modified>
</cp:coreProperties>
</file>